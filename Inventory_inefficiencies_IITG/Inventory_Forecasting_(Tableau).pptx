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Inventory_Forecasting_1751283470420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DF99C85-64F3-413D-9BD8-C553979AAA1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Inventory_Forecasting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0D3EEF0-A654-4285-A0E9-B14F9760C7B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6/30/2025 11:41:32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4C012564-2E23-4EDC-8526-09AD2C6D05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971" y="596660"/>
            <a:ext cx="9108057" cy="56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1EA7ED76-F157-4FDD-8E78-1D4A16406B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4581"/>
            <a:ext cx="12192000" cy="148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A765DE14-C64D-43C1-A167-6CFF6D2450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396" y="596660"/>
            <a:ext cx="9647207" cy="56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3E6D91AE-3773-400E-B004-3251BDA834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839" y="600254"/>
            <a:ext cx="9194321" cy="56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9348A579-C4EF-4064-8E10-C9A1D74B68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537" y="596660"/>
            <a:ext cx="8302924" cy="56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63060BF9-0DFE-48FA-AC5C-1EC42EA95E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726" y="2329132"/>
            <a:ext cx="2954547" cy="219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8" name="slide8">
            <a:extLst>
              <a:ext uri="{FF2B5EF4-FFF2-40B4-BE49-F238E27FC236}">
                <a16:creationId xmlns:a16="http://schemas.microsoft.com/office/drawing/2014/main" id="{A6EEAF86-3FF2-4F87-B58C-0E881E3A0CD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481" y="596660"/>
            <a:ext cx="7469037" cy="56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2025-06-30T11:41:32Z</dcterms:created>
  <dcterms:modified xsi:type="dcterms:W3CDTF">2025-06-30T11:41:32Z</dcterms:modified>
</cp:coreProperties>
</file>